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66B1FA-D9A9-4AA7-8082-2DE61308DF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1933C-890F-45B9-90F3-523077A99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8696F6A-79CC-4E58-ADEF-DE03A81F99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89316E1-3D0D-45A0-B885-2F66A868D4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CEEAB64-A4FC-40DD-93A1-572AFA3AF0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43E9A40-4413-4DB3-95A4-E1511B7B88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2C087D0-7805-44C6-91EC-0E9C110419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1F7ABA9-A274-4F03-AB8B-7C925E3C4A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93E3B8E-7C31-411E-AC9A-A90197AA14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3D030C5-BAA8-4441-8BC3-D79A9F1FB2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2F8C720-DFCF-4BDA-8467-D183C357E1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634AB-47C2-4416-8CA8-D269F9618B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88167E-B4BD-4DFA-9CAB-8B7C68B4D5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2B312C-D029-4A4A-B721-E036F36974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B474FC-E9C2-48CF-A177-B93EBEAA66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467D47-55DA-4BCA-BB16-088530C5CC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6B228-F184-48AA-B03F-BD786706CC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254729-D739-4851-B869-DBA76826CD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FC9233-7538-440E-9487-23B1A0CC85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C6F29E-38F5-433E-8AE1-E4C4D1C770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C9F10C-EFA8-43CC-AFC0-73C78B2197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0DF86D-8741-47B3-859F-6F5FA3DC0A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355269"/>
                </a:solidFill>
                <a:latin typeface="Calibri Light"/>
              </a:rPr>
              <a:t>Food Orders Data </a:t>
            </a:r>
            <a:r>
              <a:rPr b="1" lang="en-US" sz="6000" spc="-1" strike="noStrike">
                <a:solidFill>
                  <a:srgbClr val="355269"/>
                </a:solidFill>
                <a:latin typeface="Calibri Light"/>
              </a:rPr>
              <a:t>Analysis</a:t>
            </a:r>
            <a:endParaRPr b="1" lang="en-US" sz="6000" spc="-1" strike="noStrike">
              <a:solidFill>
                <a:srgbClr val="355269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3200760" y="5029200"/>
            <a:ext cx="5257440" cy="68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Michael O. Aboagye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slide2" descr="rider-wait-time"/>
          <p:cNvPicPr/>
          <p:nvPr/>
        </p:nvPicPr>
        <p:blipFill>
          <a:blip r:embed="rId1"/>
          <a:stretch/>
        </p:blipFill>
        <p:spPr>
          <a:xfrm>
            <a:off x="0" y="637920"/>
            <a:ext cx="12191760" cy="558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slide3" descr="kpt-duration"/>
          <p:cNvPicPr/>
          <p:nvPr/>
        </p:nvPicPr>
        <p:blipFill>
          <a:blip r:embed="rId1"/>
          <a:stretch/>
        </p:blipFill>
        <p:spPr>
          <a:xfrm>
            <a:off x="0" y="637920"/>
            <a:ext cx="12191760" cy="558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slide4" descr="wait-time-v-kpt"/>
          <p:cNvPicPr/>
          <p:nvPr/>
        </p:nvPicPr>
        <p:blipFill>
          <a:blip r:embed="rId1"/>
          <a:stretch/>
        </p:blipFill>
        <p:spPr>
          <a:xfrm>
            <a:off x="3181320" y="219240"/>
            <a:ext cx="5829120" cy="641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slide5" descr="delivery-distance"/>
          <p:cNvPicPr/>
          <p:nvPr/>
        </p:nvPicPr>
        <p:blipFill>
          <a:blip r:embed="rId1"/>
          <a:stretch/>
        </p:blipFill>
        <p:spPr>
          <a:xfrm>
            <a:off x="210240" y="0"/>
            <a:ext cx="11771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slide6" descr="order-status"/>
          <p:cNvPicPr/>
          <p:nvPr/>
        </p:nvPicPr>
        <p:blipFill>
          <a:blip r:embed="rId1"/>
          <a:stretch/>
        </p:blipFill>
        <p:spPr>
          <a:xfrm>
            <a:off x="38160" y="219240"/>
            <a:ext cx="12115440" cy="641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slide7" descr="ratings"/>
          <p:cNvPicPr/>
          <p:nvPr/>
        </p:nvPicPr>
        <p:blipFill>
          <a:blip r:embed="rId1"/>
          <a:stretch/>
        </p:blipFill>
        <p:spPr>
          <a:xfrm>
            <a:off x="0" y="637920"/>
            <a:ext cx="12191760" cy="558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slide8" descr="customer-complaints"/>
          <p:cNvPicPr/>
          <p:nvPr/>
        </p:nvPicPr>
        <p:blipFill>
          <a:blip r:embed="rId1"/>
          <a:stretch/>
        </p:blipFill>
        <p:spPr>
          <a:xfrm>
            <a:off x="0" y="750600"/>
            <a:ext cx="12191760" cy="535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slide9" descr="resturant-v-orders"/>
          <p:cNvPicPr/>
          <p:nvPr/>
        </p:nvPicPr>
        <p:blipFill>
          <a:blip r:embed="rId1"/>
          <a:stretch/>
        </p:blipFill>
        <p:spPr>
          <a:xfrm>
            <a:off x="1542960" y="219240"/>
            <a:ext cx="9105480" cy="641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slide10" descr="rating-v-resturants"/>
          <p:cNvPicPr/>
          <p:nvPr/>
        </p:nvPicPr>
        <p:blipFill>
          <a:blip r:embed="rId1"/>
          <a:stretch/>
        </p:blipFill>
        <p:spPr>
          <a:xfrm>
            <a:off x="1504800" y="219240"/>
            <a:ext cx="9181800" cy="641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slide11" descr="revenue-v-resturants"/>
          <p:cNvPicPr/>
          <p:nvPr/>
        </p:nvPicPr>
        <p:blipFill>
          <a:blip r:embed="rId1"/>
          <a:stretch/>
        </p:blipFill>
        <p:spPr>
          <a:xfrm>
            <a:off x="0" y="215640"/>
            <a:ext cx="12191760" cy="642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slide12" descr="discount"/>
          <p:cNvPicPr/>
          <p:nvPr/>
        </p:nvPicPr>
        <p:blipFill>
          <a:blip r:embed="rId1"/>
          <a:stretch/>
        </p:blipFill>
        <p:spPr>
          <a:xfrm>
            <a:off x="0" y="896040"/>
            <a:ext cx="12191760" cy="506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8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2025-12-06T14:01:09Z</dcterms:created>
  <dc:creator/>
  <dc:description/>
  <dc:language>en-US</dc:language>
  <cp:lastModifiedBy/>
  <dcterms:modified xsi:type="dcterms:W3CDTF">2025-12-06T14:07:48Z</dcterms:modified>
  <cp:revision>2</cp:revision>
  <dc:subject/>
  <dc:title>food-orders-workbook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